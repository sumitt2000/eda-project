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1" r:id="rId9"/>
    <p:sldId id="269" r:id="rId10"/>
    <p:sldId id="262" r:id="rId11"/>
    <p:sldId id="270" r:id="rId12"/>
    <p:sldId id="271" r:id="rId13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Exploratory Data Analysis of Industry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using Python, Pandas, Matplotlib and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helps understand datasets using statistics and visualization.</a:t>
            </a:r>
          </a:p>
          <a:p>
            <a:r>
              <a:t>Dataset contains 15,000 rows and 12 columns.</a:t>
            </a:r>
          </a:p>
          <a:p>
            <a:r>
              <a:t>Project focuses on industry performance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dirty="0"/>
              <a:t>id</a:t>
            </a:r>
          </a:p>
          <a:p>
            <a:r>
              <a:rPr dirty="0" err="1"/>
              <a:t>company_name</a:t>
            </a:r>
            <a:endParaRPr dirty="0"/>
          </a:p>
          <a:p>
            <a:r>
              <a:rPr dirty="0"/>
              <a:t>industry</a:t>
            </a:r>
          </a:p>
          <a:p>
            <a:r>
              <a:rPr dirty="0"/>
              <a:t>country</a:t>
            </a:r>
          </a:p>
          <a:p>
            <a:r>
              <a:rPr dirty="0" err="1"/>
              <a:t>employee_count</a:t>
            </a:r>
            <a:endParaRPr dirty="0"/>
          </a:p>
          <a:p>
            <a:r>
              <a:rPr dirty="0" err="1"/>
              <a:t>annual_revenue_million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A6734-0DDF-7DE3-47BE-02AD5206E7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profit_margin_percent</a:t>
            </a:r>
            <a:endParaRPr lang="en-US" dirty="0"/>
          </a:p>
          <a:p>
            <a:r>
              <a:rPr lang="en-US" dirty="0" err="1"/>
              <a:t>customer_count</a:t>
            </a:r>
            <a:endParaRPr lang="en-US" dirty="0"/>
          </a:p>
          <a:p>
            <a:r>
              <a:rPr lang="en-US" dirty="0" err="1"/>
              <a:t>market_rating</a:t>
            </a:r>
            <a:endParaRPr lang="en-US" dirty="0"/>
          </a:p>
          <a:p>
            <a:r>
              <a:rPr lang="en-US" dirty="0" err="1"/>
              <a:t>created_date</a:t>
            </a:r>
            <a:endParaRPr lang="en-US" dirty="0"/>
          </a:p>
          <a:p>
            <a:r>
              <a:rPr lang="en-US" dirty="0"/>
              <a:t>region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NumPy for numerical operations</a:t>
            </a:r>
          </a:p>
          <a:p>
            <a:r>
              <a:t>Pandas for data manipulation</a:t>
            </a:r>
          </a:p>
          <a:p>
            <a:r>
              <a:t>Matplotlib for plotting</a:t>
            </a:r>
          </a:p>
          <a:p>
            <a:r>
              <a:t>Seaborn for statistical visualizations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Analyzed one variable at a time</a:t>
            </a:r>
          </a:p>
          <a:p>
            <a:r>
              <a:rPr dirty="0"/>
              <a:t>Used histograms and descriptive statistics</a:t>
            </a:r>
          </a:p>
          <a:p>
            <a:r>
              <a:rPr dirty="0"/>
              <a:t>Calculated mean, median, skewness and kurtosis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03EB00-93FE-3573-04FF-E7AA310D3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Histogram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9A7805-BC10-E8A7-44BC-CBAF81A8E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1520764"/>
            <a:ext cx="5085525" cy="381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44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182C-6606-A84A-AB2C-5290EF3A6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Descriptive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D8C1ED-37DC-2B9D-FF5C-A2F5F3445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323" y="2536723"/>
            <a:ext cx="8839199" cy="276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07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Boxplot method used</a:t>
            </a:r>
          </a:p>
          <a:p>
            <a:r>
              <a:rPr dirty="0"/>
              <a:t>Z-score method used for statistical outlier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41DB55-4CAF-1E35-00E4-B460042AA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56" y="992094"/>
            <a:ext cx="2712684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Revenue Boxplot</a:t>
            </a:r>
            <a:b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EA671D-AB39-0278-32FD-DC95A1741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1813" y="1808455"/>
            <a:ext cx="4281487" cy="32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321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Bivariate Analysis</a:t>
            </a:r>
            <a:r>
              <a:rPr lang="en-IN" dirty="0"/>
              <a:t> and Correlation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Studied relationships between variables</a:t>
            </a:r>
          </a:p>
          <a:p>
            <a:r>
              <a:rPr dirty="0"/>
              <a:t>Employee count vs revenue</a:t>
            </a:r>
          </a:p>
          <a:p>
            <a:r>
              <a:rPr dirty="0"/>
              <a:t>Customer count vs revenue</a:t>
            </a:r>
            <a:endParaRPr lang="en-IN" dirty="0"/>
          </a:p>
          <a:p>
            <a:r>
              <a:rPr lang="en-US" dirty="0"/>
              <a:t>Generated correlation matrix</a:t>
            </a:r>
          </a:p>
          <a:p>
            <a:r>
              <a:rPr lang="en-US" dirty="0"/>
              <a:t>Heatmap visualization created</a:t>
            </a:r>
          </a:p>
          <a:p>
            <a:r>
              <a:rPr lang="en-US" dirty="0"/>
              <a:t>Strong positive relation between employee count and revenue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89DB82-225D-1C58-B8BD-D23FCD81D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56" y="992094"/>
            <a:ext cx="2712684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Correlation between each variables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2DEBEE-D14F-93BA-C12A-B013FD89D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6499" y="2163097"/>
            <a:ext cx="5757501" cy="158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52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6A9E7E-51E6-D114-5D8E-943BCCE65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Employee count vs Revenue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DFDFF4-94DE-0548-0C19-AC3CDB60D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1902178"/>
            <a:ext cx="5085525" cy="305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95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 × Revenue × Employee Count</a:t>
            </a:r>
          </a:p>
          <a:p>
            <a:r>
              <a:t>Region × Profit Margin × Market Rating</a:t>
            </a:r>
          </a:p>
          <a:p>
            <a:r>
              <a:t>Country × Revenue × Customer Count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companies generated highest revenue</a:t>
            </a:r>
          </a:p>
          <a:p>
            <a:r>
              <a:t>Retail sector handled largest customer base</a:t>
            </a:r>
          </a:p>
          <a:p>
            <a:r>
              <a:t>Revenue distribution was positively skewed</a:t>
            </a:r>
          </a:p>
          <a:p>
            <a:r>
              <a:t>Large enterprises contributed major revenue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EDA successfully performed using Python</a:t>
            </a:r>
          </a:p>
          <a:p>
            <a:r>
              <a:rPr dirty="0"/>
              <a:t>Statistical analysis generated business insights</a:t>
            </a:r>
          </a:p>
          <a:p>
            <a:r>
              <a:rPr dirty="0"/>
              <a:t>Useful for market analysis and strategic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228</Words>
  <Application>Microsoft Office PowerPoint</Application>
  <PresentationFormat>On-screen Show (4:3)</PresentationFormat>
  <Paragraphs>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Exploratory Data Analysis of Industry Dataset</vt:lpstr>
      <vt:lpstr>Introduction</vt:lpstr>
      <vt:lpstr>Dataset Features</vt:lpstr>
      <vt:lpstr>Libraries Used</vt:lpstr>
      <vt:lpstr>Univariate Analysis</vt:lpstr>
      <vt:lpstr>Histogram</vt:lpstr>
      <vt:lpstr>Descriptive statistics</vt:lpstr>
      <vt:lpstr>Outlier Detection</vt:lpstr>
      <vt:lpstr>Revenue Boxplot </vt:lpstr>
      <vt:lpstr>Bivariate Analysis and Correlation Analysis</vt:lpstr>
      <vt:lpstr>Correlation between each variables</vt:lpstr>
      <vt:lpstr>Employee count vs Revenue</vt:lpstr>
      <vt:lpstr>Multivariate Analysis</vt:lpstr>
      <vt:lpstr>Key Findings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Sumit</dc:creator>
  <cp:keywords/>
  <dc:description>generated using python-pptx</dc:description>
  <cp:lastModifiedBy>Sumit</cp:lastModifiedBy>
  <cp:revision>2</cp:revision>
  <dcterms:created xsi:type="dcterms:W3CDTF">2013-01-27T09:14:16Z</dcterms:created>
  <dcterms:modified xsi:type="dcterms:W3CDTF">2026-06-09T16:41:19Z</dcterms:modified>
  <cp:category/>
</cp:coreProperties>
</file>